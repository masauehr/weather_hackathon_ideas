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640080"/>
            <a:ext cx="1463040" cy="1463040"/>
          </a:xfrm>
          <a:prstGeom prst="ellipse">
            <a:avLst/>
          </a:prstGeom>
          <a:solidFill>
            <a:srgbClr val="1A9BB0">
              <a:alpha val="30000"/>
            </a:srgbClr>
          </a:solidFill>
          <a:ln w="12700">
            <a:solidFill>
              <a:srgbClr val="1A9BB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103120"/>
            <a:ext cx="914400" cy="914400"/>
          </a:xfrm>
          <a:prstGeom prst="ellipse">
            <a:avLst/>
          </a:prstGeom>
          <a:solidFill>
            <a:srgbClr val="1A9BB0">
              <a:alpha val="30000"/>
            </a:srgbClr>
          </a:solidFill>
          <a:ln w="12700">
            <a:solidFill>
              <a:srgbClr val="1A9BB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3108960"/>
            <a:ext cx="640080" cy="640080"/>
          </a:xfrm>
          <a:prstGeom prst="ellipse">
            <a:avLst/>
          </a:prstGeom>
          <a:solidFill>
            <a:srgbClr val="1A9BB0">
              <a:alpha val="30000"/>
            </a:srgbClr>
          </a:solidFill>
          <a:ln w="12700">
            <a:solidFill>
              <a:srgbClr val="1A9BB0">
                <a:alpha val="3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weather_hackathon_ideas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気象 × 生成AI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アイデアから実装した成果一覧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74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アプリ・機械学習・統計検証の7件と、得られた学び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全体像: 36案から7件を検証・実装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weather_hackathon_ideas（気象庁データ）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36案+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分野別に洗い出したアイデア（ID-01〜36）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7件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検証・実装まで進めたもの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280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4件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独立プロジェクトとして切り出し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529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B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データ利用ルール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91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気象データは気象庁のみ。相手側は誰でも取得できる公開データのみ。個人データ・GRIBは使わない。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7432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8529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2918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アイデア発散 → 相関の当たり付け → 評価・選抜 → 小さく検証 → GOなら独立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成果一覧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weather_hackathon_ideas（気象庁データ）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00400"/>
                <a:gridCol w="2286000"/>
                <a:gridCol w="15544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テーマ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種類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判定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29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ID-32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天気図VLM解説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アプリ+VLM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GO・独立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ID-15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濡れない経路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Webアプリ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GO・独立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ID-01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出力制御の予測と説明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ロジスティック回帰+LLM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GO・独立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ID-25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野菜価格の気象先行指標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統計検証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一部GO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ID-35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極端台風の合成データ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条件付きVAE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一部GO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ID-22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SNS災害情報のクロスチェック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アプリ+LLM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実装済(非公開)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AF3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ID-37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バス遅延×天気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データ収集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3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収集中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ID-32 天気図VLM解説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weather_hackathon_ideas（気象庁データ）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天気図・衛星画像をVLMで読み、気圧配置を平文で解説（weather_chart_vlm）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45720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457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GO・独立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67%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過去15事例の正答率（10/15）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$0.018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1回あたりのAPI費用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毎朝8:45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Macのlaunchdで自動更新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B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台風・梅雨前線・移動性高気圧は的確に判定。季節の整合性は機械的なガードレールで検査。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弱点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「日本海低気圧」を2/2件とも「南岸低気圧」と誤答。系統的な誤りを発見。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ID-15 濡れない経路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weather_hackathon_ideas（気象庁データ）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降水ナウキャストで経路上の雨を判定し、雨に当たらない出発時刻を提案（dry_route）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45720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457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GO・独立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無認証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ナウキャストのタイルを取得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αのみ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タイルのα値で雨の有無を判定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20分後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だけ40%濡れる（奄美市名瀬）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B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OSRMで道路にスナップ。Leaflet地図で5分刻みの推薦。Renderで公開。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限界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雨の強度は区別しない。予測は60分先まで。OSRMはデモ用途の公開サーバー。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ID-01 出力制御の予測と説明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weather_hackathon_ideas（気象庁データ）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九州の太陽光出力制御を天気・曜日・季節で予測し、Claudeが平文で説明（solar_curtailment_kyushu）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45720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457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GO・独立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0.924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ROC-AUC（九州の面平均+季節）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1.8倍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制御日は日照時間が約1.8倍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r=0.835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発電量と全天日射量の相関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B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春は制御頻発で曜日差が小さい。夏〜初秋は制御が土日に集中（74〜88%）。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訂正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「AMGSDSの方が正確」は誤りと判明。検証が予報精度を見ていなかったため訂正。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ID-25 野菜価格の気象先行指標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weather_hackathon_ideas（気象庁データ）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産地の真夏日数が、東京のほうれんそう卸売価格・入荷量を先行して動かすかを統計検証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45720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457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一部GO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+10%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真夏日+10日で翌月の価格上昇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−15%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同じく入荷量の減少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AUC 0.55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月次アラートとしては弱い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B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確認できたこと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分布ラグ回帰（HAC）で p=0.001。価格上昇は供給減が経路。早期警戒シグナルとして有効。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確認できなかったこと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気象単独で価格を当てることや、Yes/Noのアラート化。見かけの精度は近年の水準上昇由来。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ID-35 極端気象の合成データ生成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weather_hackathon_ideas（気象庁データ）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気象庁ベストトラックを条件付きVAEで学習し、「もっと強い台風」を生成（experiments/id35）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23760" y="45720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457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一部GO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数hPa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観測範囲内の誤差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r≈0.97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気圧と風速の物理的整合性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508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870hPa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観測史上最低。これ以下は生成不可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B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できたこと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条件への追従、妥当性チェック、Claudeによる平文の説明レポート（約$0.007/回）。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できなかったこと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56616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観測史上最低を大きく下回る条件では、外挿にバイアスがかかり指定通りに出せない。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その他: ID-22 と ID-37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weather_hackathon_ideas（気象庁データ）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B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ID-22 SNS災害情報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SNS投稿の位置推定（精度A〜D）、地図プロット、元投稿リンク、公式情報との整合チェックで「確認済み / 未確認 / 要注意」を付与。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自分用途のため非公開。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ID-37 バス遅延×天気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ODPTの都営バス位置情報から遅延を算出し、アメダスの降水量と比較。5分おきに自動収集中（約14万件）。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弱い雨では遅延に差なし（d=0.007）。強い雨の観測待ち。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得られた学び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weather_hackathon_ideas（気象庁データ）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3A66"/>
          </a:solidFill>
          <a:ln w="12700">
            <a:solidFill>
              <a:srgbClr val="1A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389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検証は小さく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1〜数日のスパイクでGO/NO-GOを判断し、GOだけ独立させた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3A66"/>
          </a:solidFill>
          <a:ln w="12700">
            <a:solidFill>
              <a:srgbClr val="1A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898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訂正も成果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8288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AMGSDSの誤りのように、検証の穴を見つけて直した過程も記録した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3A66"/>
          </a:solidFill>
          <a:ln w="12700">
            <a:solidFill>
              <a:srgbClr val="1A3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900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AIの出番を限る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数値予測は統計で、解釈と説明をLLM/VLMに任せる構成が効いた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3A66"/>
          </a:solidFill>
          <a:ln w="12700">
            <a:solidFill>
              <a:srgbClr val="1A3A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9900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弱点を測る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VLMの67%や、AUC 0.55のように、限界を数字で示した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weather_hackathon_ideas（気象庁データ）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B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次の一手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・ID-32の3分デモ筋書きを詰める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・ハッカソン要項の確認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・ID-37は強い雨のイベント待ち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・ID-25は週次化と複数チャネルで再検証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EAF3F7"/>
          </a:solidFill>
          <a:ln w="12700">
            <a:solidFill>
              <a:srgbClr val="EAF3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98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3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保留中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・ID-17 海日和プランナー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・ID-05 気象病アシスタント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B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どちらも検証を見送り。要項判明後に審査基準と照らして再確認する。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weather_hackathon_ideas 成果一覧</dc:title>
  <dc:subject>PptxGenJS Presentation</dc:subject>
  <dc:creator>PptxGenJS</dc:creator>
  <cp:lastModifiedBy>PptxGenJS</cp:lastModifiedBy>
  <cp:revision>1</cp:revision>
  <dcterms:created xsi:type="dcterms:W3CDTF">2026-10-16T07:32:57Z</dcterms:created>
  <dcterms:modified xsi:type="dcterms:W3CDTF">2026-10-16T07:32:57Z</dcterms:modified>
</cp:coreProperties>
</file>